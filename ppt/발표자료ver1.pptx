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100" d="100"/>
          <a:sy n="100" d="100"/>
        </p:scale>
        <p:origin x="36" y="-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43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63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639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9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74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77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8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854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0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2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8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D0360-262A-40ED-B5F6-BE5CDC5222A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1B77F-6BA9-40DA-AB55-540106465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07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56" y="499247"/>
            <a:ext cx="3181373" cy="578171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40" y="499246"/>
            <a:ext cx="5209112" cy="32488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797" y="3168955"/>
            <a:ext cx="4825397" cy="302222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297" y="2123666"/>
            <a:ext cx="4482540" cy="3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89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397" y="849412"/>
            <a:ext cx="9549206" cy="52317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49" y="2720158"/>
            <a:ext cx="1307936" cy="317460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000" y="1485931"/>
            <a:ext cx="6400000" cy="49523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284" y="2720158"/>
            <a:ext cx="2946032" cy="106666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284" y="3863015"/>
            <a:ext cx="2946032" cy="203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05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</cp:revision>
  <dcterms:created xsi:type="dcterms:W3CDTF">2026-06-15T08:30:59Z</dcterms:created>
  <dcterms:modified xsi:type="dcterms:W3CDTF">2026-06-15T08:43:08Z</dcterms:modified>
</cp:coreProperties>
</file>