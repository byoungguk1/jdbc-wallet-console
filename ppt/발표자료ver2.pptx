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24384000" cy="13716000"/>
  <p:notesSz cx="6858000" cy="9144000"/>
  <p:defaultTextStyle>
    <a:defPPr>
      <a:defRPr lang="ko-KR"/>
    </a:defPPr>
    <a:lvl1pPr marL="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1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AAA82-DB3D-415C-9DA1-91F8E0CE3BD4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75464-1F71-468B-839E-09869170E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54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AA82-DB3D-415C-9DA1-91F8E0CE3BD4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75464-1F71-468B-839E-09869170E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63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828800" rtl="0" eaLnBrk="1" latinLnBrk="1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1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9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707571" y="1513114"/>
            <a:ext cx="19474543" cy="1126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3019314" y="783771"/>
            <a:ext cx="7162800" cy="54428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71" y="2066472"/>
            <a:ext cx="16899788" cy="9886042"/>
          </a:xfrm>
          <a:prstGeom prst="rect">
            <a:avLst/>
          </a:prstGeom>
        </p:spPr>
      </p:pic>
      <p:pic>
        <p:nvPicPr>
          <p:cNvPr id="9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5207" y="7010400"/>
            <a:ext cx="5993964" cy="460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0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6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8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2</cp:revision>
  <dcterms:created xsi:type="dcterms:W3CDTF">2026-06-16T03:05:01Z</dcterms:created>
  <dcterms:modified xsi:type="dcterms:W3CDTF">2026-06-16T03:13:25Z</dcterms:modified>
</cp:coreProperties>
</file>